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rule in the first ten seconds: laptops open, we do this together, nobody watches. Anyone without Obsidian can still do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personal. Nobody in the room is being asked to reorganise their employer. They are being asked to make their own week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out loud early so nobody stalls here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a real minute here. Everything after this assumes Claude is open. Walk round if you have to — a stalled laptop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for people over-thinking the name. Any name. Move on fast — the next two steps are where questions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them to tile the two windows — Claude on the left, Obsidian on the right. Seeing files appear as Claude works is the moment people understand what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in the room says connected.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out and put it in the chat so nobody mistypes the address. The naming question is the one bit of fun in the install — let the room shout answers. Expect some laptops to say they cannot run programs: that is normal, the copy fallback gets them the identical vault, and the only thing they lose is the check until somebody runs it for them. It takes about a minute. Tell them to watch the Obsidian pane while it runs — folders and notes appear one after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on their own screen, full size. Hold the room until hands are down. If somebody's check is red it will say why in plain language: read it out, it is a good advert for the next twenty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a full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will remember in a fortnight. Give a real example from your own work —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names came from the Norse option at install — theirs will differ. Point at Bragi, across all departments: it owns how a workflow gets written down, not what any department does. It is the role nobody thinks to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That is the whole value proposition in one number — counted rather than reported, so it cannot be quietly optimistic. Ask the room how many of their own written processes would survive that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hands-on block — leave ten minutes for it. If the room is running short, this is the one to send home as homework; everything before it is already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it caught a typo — Socail — by name. Everyone has been burned by documentation that quietly went wrong; this is the answer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14884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Architecture</a:t>
            </a:r>
            <a:endParaRPr lang="en-US" sz="4600" dirty="0"/>
          </a:p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Agents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709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Open your laptop: you are building your own AI Second Brain with me, not watching me build one.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BRING: A LAPTOP  ·  CLAUDE  ·  OBSIDIAN IF YOU HAVE IT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NEXT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 thing on your own laptop, with your own work in it, that keeps working on Monday.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place your work lives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accounts, your promises, your half-finished drafts — written once, in plain text you own, instead of re-typed into a chat window every morning.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Assistants that know your job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per department — one per part of your job. Each knows what it is responsible for, and — the part that matters — where it stops.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924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that will not flatter you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Rebuilt from your notes every time. It names what is waiting on you and how long it has been waiting.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you build today is yours, on your own machine, and none of it needs us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vault is not a nicer set of notes. It is a structure an LLM can read, navigate and act on — written in the shape a machine needs, which happens to also be readable by a person.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an agent never has to choose between two versions of the truth — and neither do you.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Plain-text fields it can filter, count and reason over, instead of guessing from prose.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it; a link makes it navigable.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your vault, and why it is worth the five minutes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does not store anything. It reads the folder. Most of you already have it — if you do not, you can still do every step today.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turn your notes into something an agent can walk: from a client, to the promise, to the workflow that delivers it.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the plugin shelf — Dataview and the rest — which lets a page answer a question instead of just sitting there.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vault is plain Markdown. Notepad opens it, Claude reads and writes it, every step in this hour runs.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retrieval side: the graph links, the backlinks and the plugins. Install it tonight and nothing has to be redone.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SIXTY SECONDS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2402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22402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 This is where every step happens.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729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1729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put a folder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317296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is fine. It will be empty when we start.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10565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10565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Obsidian, if you have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410565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Optional. Five minutes to install if you want it now — or tonight.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03834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50383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503834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 to create, no plugin to buy.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an empty folder under C:\AI and name it after yourself or your team — C:\AI\My Second Brain is a fine answer.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folder exists and is empty. That is genuinely all of step one.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today is plain text files in this folder. No database, no account, nothing hosted. If we never speak again it still opens — and you can read every file of it in Notepad.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it in Obsidian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 choose Open folder as vault, and pick the folder you just made. If you do not have Obsidian, skip this and carry on.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 with your folder's name in the corner.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now a vault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 folder, nothing moved or converted. “Vault” is just Obsidian's word for a folder it is watching.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Leave it open beside Claude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the rest of the hour you will watch notes appear in Obsidian as Claude writes them. That is the whole demo, really.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Claude, create a project and name it after your work. Then connect the folder you just made to that project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 instead of starting from nothing — which is the thing that has been annoying you every morning.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back, and Obsidian fills with folders as it runs.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77640"/>
            <a:ext cx="10607040" cy="1234440"/>
          </a:xfrm>
          <a:prstGeom prst="roundRect">
            <a:avLst>
              <a:gd name="adj" fmla="val 4444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3977640"/>
            <a:ext cx="9875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75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github.com/MeshPro-iPaaS/ai-ops-framework and run the install.</a:t>
            </a:r>
            <a:endParaRPr lang="en-US" sz="17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asks one question: what to call your executives.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Job titles, Norse gods, Friends, the Kardashians — or three names of your own.
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it says it cannot run programs on your computer: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“then copy the starter folder into mine instead.” Same vault, one minute.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k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8138160" cy="40050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89720" y="1737360"/>
            <a:ext cx="2194560" cy="1920240"/>
          </a:xfrm>
          <a:prstGeom prst="roundRect">
            <a:avLst>
              <a:gd name="adj" fmla="val 285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4640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pages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464040" y="2432304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Dashboard, agent organization, workflows, projects — tabs across the top.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9189720" y="3822192"/>
            <a:ext cx="2194560" cy="1920240"/>
          </a:xfrm>
          <a:prstGeom prst="roundRect">
            <a:avLst>
              <a:gd name="adj" fmla="val 285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64040" y="40965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Honest on day one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464040" y="4517136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Two departments, three executives, and it says so. Not your job yet — that is next.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Claude: walk me through Setting Up a Department — my job has these parts, and then list them. Three to six.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 in Obsidian, each with an assistant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division of the company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 you look after. The reporting. The LinkedIn posting. The thing you inherited that nobody else touches. If you answer for it, it is one.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of them would never disagree about anything, they are one department. You can add another next week in one sentence.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PART WORTH UNDERSTANDING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one says where it stops — and that matters more than what it does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agent always answers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one something just outside its ground and it does not say “that is not mine.” It produces something confident and plausible about a subject it knows nothing about — and the answer looks exactly like a good one.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line: what this is not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Reporting department does not decide what to do about a bad number. Your Client Work department does not set prices.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that down and the assistant hands the question back instead of inventing one.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07492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F0EEFC"/>
          </a:solidFill>
          <a:ln w="12700">
            <a:solidFill>
              <a:srgbClr val="C4B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50749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stop line is what makes the other answers worth having.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Without it you cannot tell a good answer from a confident one — and you will find out which it was later, in front of somebody else.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BUILT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drew this. It is read off each role note — who it reports to, which department it answers for — and redrawn every time the site is built.</a:t>
            </a:r>
            <a:endParaRPr lang="en-US" sz="1500" dirty="0"/>
          </a:p>
        </p:txBody>
      </p:sp>
      <p:pic>
        <p:nvPicPr>
          <p:cNvPr id="6" name="Image 1" descr="/tmp/claude-0/-home-claude/e62a35b1-5075-553d-b086-acebfebc41ba/scratchpad/deck/k-or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148840"/>
            <a:ext cx="9692640" cy="309981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54406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97280" y="544068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a department with an executive next month </a:t>
            </a:r>
            <a:pPr indent="0" marL="0"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 one sentence — and it appears here on the next build. There is no diagram to maintain.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workflows, in department blocks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typed these counts. They were counted off your own notes when the page was built.</a:t>
            </a:r>
            <a:endParaRPr lang="en-US" sz="1500" dirty="0"/>
          </a:p>
        </p:txBody>
      </p:sp>
      <p:pic>
        <p:nvPicPr>
          <p:cNvPr id="6" name="Image 1" descr="/tmp/claude-0/-home-claude/e62a35b1-5075-553d-b086-acebfebc41ba/scratchpad/deck/k-bloc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94560"/>
            <a:ext cx="10607040" cy="176479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4251960"/>
            <a:ext cx="5029200" cy="1645920"/>
          </a:xfrm>
          <a:prstGeom prst="roundRect">
            <a:avLst>
              <a:gd name="adj" fmla="val 333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51560" y="45262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BLOCK PER DEPARTMENT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51560" y="48188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lands somewhere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names its department or it fails the check. Nothing drifts into a pile nobody owns.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72200" y="4251960"/>
            <a:ext cx="5029200" cy="1645920"/>
          </a:xfrm>
          <a:prstGeom prst="roundRect">
            <a:avLst>
              <a:gd name="adj" fmla="val 333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46520" y="45262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NUMBER TO LOOK AT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8188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workflow, none running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Uncomfortable, true, and you did not have to admit it. It was counted, not reported.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thing that annoys you most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let's write down how [the thing] actually happens today, including the parts that are a mess. Then answer its questions.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note exists with your steps in it — marked as a draft, and as not yet running.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BADLY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your most important process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one that goes wrong most often. That is where an assistant earns its place, and it is the one you will actually check.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you have walked one real case through it. Does it run end to end? Different question. They fail separately, so they are tracked separately.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 CAN TRUST IT IN A MONTH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tells you when you are wrong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hat with no assistant, and a workflow pointing at a hat that does not exist — a typo. Three seconds later: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74320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0E1016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944368"/>
            <a:ext cx="9875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department has exactly one executive who answers for it —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'Reporting' has no executive; every question about it lands back on you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workflow belongs somewhere — 'Posting on LinkedIn' belongs to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'LinkedIn and Socail', and there is no note by that name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error code, no line number. It names the note and says what it costs you. That is why the page is still true in a month.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to do with it next week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5798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15798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the project, not a new chat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5798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 Everything else follows from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2666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266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the one you forgot 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30266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think of it on Tuesday. One sentence.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953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89534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second annoying thing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8953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 week is a transformed job by Christmas.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6402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6402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it what is waiting on you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7640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Friday. It will tell you, and it will be right.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8064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your folder, on your laptop. Nothing here phones home.</a:t>
            </a:r>
            <a:endParaRPr lang="en-US" sz="1350" dirty="0"/>
          </a:p>
        </p:txBody>
      </p:sp>
      <p:pic>
        <p:nvPicPr>
          <p:cNvPr id="18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870448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for Agents — a hands-on hour</dc:title>
  <dc:subject>PptxGenJS Presentation</dc:subject>
  <dc:creator>MeshPro ehf.</dc:creator>
  <cp:lastModifiedBy>MeshPro ehf.</cp:lastModifiedBy>
  <cp:revision>1</cp:revision>
  <dcterms:created xsi:type="dcterms:W3CDTF">2026-09-23T13:44:44Z</dcterms:created>
  <dcterms:modified xsi:type="dcterms:W3CDTF">2026-09-23T13:44:44Z</dcterms:modified>
</cp:coreProperties>
</file>