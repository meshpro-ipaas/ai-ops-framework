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rule in the first ten seconds: laptops open, we do this together, nobody watches. Anyone without Obsidian can still do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personal. Nobody in the room is being asked to reorganise their employer. They are being asked to make their own week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line that separates this from note-taking advice. Say it plainly: we are writing for the agents. A human-friendly vault is a side effect of a machine-readable one, not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skip clause out loud early so nobody stalls here downloading software. The honest trade is retrieval quality, not whether it works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a real minute here. Everything after this assumes Claude is open. Walk round if you have to — a stalled laptop at step one stays stalled all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people over-thinking the name. Any name. Move on fast — the next two steps are where questions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tile the two windows — Claude on the left, Obsidian on the right. Seeing files appear as Claude works is the moment people understand what this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step that fails for people. Stay here until every laptop in the room says connected. The approval dialog is easy to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out and put it in the chat so nobody mistypes the address. The naming question is the one bit of fun in the install — let the room shout answers. It takes about a minute. Tell them to watch the Obsidian pane while it runs — folders and notes appear one after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try to read this from the projector — everyone has it on their own screen, full size. Hold the room until hands are down. If somebody's check is red it will say why in plain language: read it out, it is a good advert for the next twenty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a full five minutes and walk the room. The twelve-department instinct is universal; push back. Ask two or three people to say theirs out loud — it unsticks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people will remember in a fortnight. Give a real example from your own work — a question you would not want an assistant guessing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names came from the Norse option at install — theirs will differ. Point at Bragi, across all departments: it owns how a workflow gets written down, not what any department does. It is the role nobody thinks to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zero. That is the whole value proposition in one number — counted rather than reported, so it cannot be quietly optimistic. Ask the room how many of their own written processes would survive that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hands-on block — leave ten minutes for it. If the room is running short, this is the one to send home as homework; everything before it is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it caught a typo — Socail — by name. Everyone has been burned by documentation that quietly went wrong; this is the answer to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away with one instruction, not four: open the project instead of a new chat. Everything else is downstream of that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62a35b1-5075-553d-b086-acebfebc41ba/scratchpad/brand/meshpro-locku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3108960" cy="7863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14884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Architecture</a:t>
            </a:r>
            <a:endParaRPr lang="en-US" sz="4600" dirty="0"/>
          </a:p>
          <a:p>
            <a:pPr indent="0" marL="0">
              <a:lnSpc>
                <a:spcPts val="53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Agents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77240" y="4434840"/>
            <a:ext cx="914400" cy="32004"/>
          </a:xfrm>
          <a:prstGeom prst="rect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709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hands-on hour. Open your laptop: you are building your own AI Second Brain with me, not watching me build one.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BRING: A LAPTOP  ·  CLAUDE  ·  OBSIDIAN IF YOU HAVE 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MeshPro × Expectus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HOUR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 will have when you leave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830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a demo you watched. A thing on your own laptop, with your own work in it, that keeps working on Monday.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697480"/>
            <a:ext cx="329184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place your work lives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49040"/>
            <a:ext cx="2743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accounts, your promises, your half-finished drafts — written once, in plain text you own, instead of re-typed into a chat window every morning.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697480"/>
            <a:ext cx="329184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Assistants that know your job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749040"/>
            <a:ext cx="2743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per department — one per part of your job. Each knows what it is responsible for, and — the part that matters — where it stops.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92440" y="2697480"/>
            <a:ext cx="329184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67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page that will not flatter you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3749040"/>
            <a:ext cx="2743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Rebuilt from your notes every time. It names what is waiting on you and how long it has been waiting.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you build today is yours, on your own machine, and none of it needs us afterwards.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is not being built for you.</a:t>
            </a:r>
            <a:endParaRPr lang="en-US" sz="3200" dirty="0"/>
          </a:p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being built for the agents.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488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vault is not a nicer set of notes. It is a structure an LLM can read, navigate and act on — written in the shape a machine needs, which happens to also be readable by a person.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2004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HOME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fact lives in one place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2428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an agent never has to choose between two versions of the truth — and neither do you.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32004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FIELDS, NOT PROSE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note is labelled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42428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Plain-text fields it can filter, count and reason over, instead of guessing from prose.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32004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GRAPH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Linked, never copied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2428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graph is how it finds context. Copy-paste breaks it; a link makes it navigable.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TOOL WORTH HAVING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Obsidian: your vault, and why it is worth the five minutes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031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 does not store anything. It reads the folder. Most of you already have it — if you do not, you can still do every step today.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880360"/>
            <a:ext cx="502920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31546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GIVES THE AGENTS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Retrieval that actually works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904488"/>
            <a:ext cx="44805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Backlinks and the graph turn your notes into something an agent can walk: from a client, to the promise, to the workflow that delivers it.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Plus the plugin shelf — Dataview and the rest — which lets a page answer a question instead of just sitting there.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880360"/>
            <a:ext cx="502920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1546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SKIP IT TODAY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still works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904488"/>
            <a:ext cx="44805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vault is plain Markdown. Notepad opens it, Claude reads and writes it, every step in this hour runs.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 lose is the retrieval side: the graph links, the backlinks and the plugins. Install it tonight and nothing has to be redone.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 SECONDS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 we start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2402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Claude, on your laptop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desktop app, signed in. This is where every step happens.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729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1729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Somewhere to put a folder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31729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Documents is fine. It will be empty when we start.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10565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1056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Obsidian, if you have it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410565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Optional. Five minutes to install if you want it now — or tonight.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03834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50383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Nothing else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50383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Python, no terminal, no account to create, no plugin to buy.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the folder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an empty folder under C:\AI and name it after yourself or your team — C:\AI\My Second Brain is a fine answer.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folder exists and is empty. That is genuinely all of step one.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106070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FOLDER AND NOT AN APP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you keep it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10058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today is plain text files in this folder. No database, no account, nothing hosted. If we never speak again it still opens — and you can read every file of it in Notepad.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 in Obsidian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Obsidian choose Open folder as vault, and pick the folder you just made. If you do not have Obsidian, skip this and carry on.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 shows an empty vault with your folder's name in the corner.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29768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5720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now a vault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5010912"/>
            <a:ext cx="4480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Same folder, nothing moved or converted. “Vault” is just Obsidian's word for a folder it is watching.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429768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45720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Leave it open beside Claude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5010912"/>
            <a:ext cx="4480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the rest of the hour you will watch notes appear in Obsidian as Claude writes them. That is the whole demo, really.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 project, and connect the folder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Claude, create a project and name it after your work. Then connect the folder you just made to that project and approve it.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 tells you the folder is connected and can list what is in it — nothing.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106070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PROJECT AND NOT A NORMAL CHAT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a project remembers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10058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conversation inside it reads and writes the same folder. Next week starts where today ended instead of starting from nothing — which is the thing that has been annoying you every morning.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for the setup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1B1D29"/>
          </a:solidFill>
          <a:ln w="17780">
            <a:solidFill>
              <a:srgbClr val="7367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 the sentence below into your project. Then watch Obsidian.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 reports back what it made — folders, a contract, working agents, workflows and a four-page site.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1480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0E1016"/>
          </a:solidFill>
          <a:ln w="19050">
            <a:solidFill>
              <a:srgbClr val="7367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4114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up the AI Operations Framework in my connected folder.</a:t>
            </a:r>
            <a:endParaRPr lang="en-US" sz="19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Pull it from github.com/MeshPro-iPaaS/ai-ops-framework and run the install.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596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will ask you one question: what to call your executives. </a:t>
            </a:r>
            <a:pPr indent="0" marL="0"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Job titles, Norse gods, Friends, the Kardashians — or three names of your own.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Everyone should be looking at this</a:t>
            </a:r>
            <a:endParaRPr lang="en-US" sz="3000" dirty="0"/>
          </a:p>
        </p:txBody>
      </p:sp>
      <p:pic>
        <p:nvPicPr>
          <p:cNvPr id="5" name="Image 1" descr="/tmp/claude-0/-home-claude/e62a35b1-5075-553d-b086-acebfebc41ba/scratchpad/deck/k-day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8138160" cy="40050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89720" y="1737360"/>
            <a:ext cx="2194560" cy="1920240"/>
          </a:xfrm>
          <a:prstGeom prst="roundRect">
            <a:avLst>
              <a:gd name="adj" fmla="val 285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46404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pages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464040" y="2432304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Dashboard, agent organization, workflows, projects — tabs across the top.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9189720" y="3822192"/>
            <a:ext cx="2194560" cy="1920240"/>
          </a:xfrm>
          <a:prstGeom prst="roundRect">
            <a:avLst>
              <a:gd name="adj" fmla="val 285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464040" y="4096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Honest on day one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464040" y="4517136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departments, three executives, and it says so. Not your job yet — that is next.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 · THE REAL FIRST STEP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Name your departments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Tell Claude: walk me through Setting Up a Department — my job has these parts, and then list them. Three to six.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note per department appears in Obsidian, each with an assistant attached to it.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COUNTS AS ONE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a division of the company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accounts you look after. The reporting. The LinkedIn posting. The thing you inherited that nobody else touches. If you answer for it, it is one.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TO SIX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twelve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two of them would never disagree about anything, they are one department. You can add another next week in one sentence.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 WORTH UNDERSTANDING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one says where it stops — and that matters more than what it does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2286000"/>
            <a:ext cx="5029200" cy="2560320"/>
          </a:xfrm>
          <a:prstGeom prst="roundRect">
            <a:avLst>
              <a:gd name="adj" fmla="val 2143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560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8529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agent always answers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291840"/>
            <a:ext cx="4480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one something just outside its ground and it does not say “that is not mine.” It produces something confident and plausible about a subject it knows nothing about — and the answer looks exactly like a good 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029200" cy="2560320"/>
          </a:xfrm>
          <a:prstGeom prst="roundRect">
            <a:avLst>
              <a:gd name="adj" fmla="val 2143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560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8529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line: what this is not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291840"/>
            <a:ext cx="4480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Reporting department does not decide what to do about a bad number. Your Client Work department does not set prices.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that down and the assistant hands the question back instead of inventing one.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507492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0EEFC"/>
          </a:solidFill>
          <a:ln w="12700">
            <a:solidFill>
              <a:srgbClr val="C4BD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50749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stop line is what makes the other answers worth having.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Without it you cannot tell a good answer from a confident one — and you will find out which it was later, in front of somebody else.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JUST BUILT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an executive layer, and it is yours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Nobody drew this. It is read off each role note — who it reports to, which department it answers for — and redrawn every time the site is built.</a:t>
            </a:r>
            <a:endParaRPr lang="en-US" sz="1500" dirty="0"/>
          </a:p>
        </p:txBody>
      </p:sp>
      <p:pic>
        <p:nvPicPr>
          <p:cNvPr id="6" name="Image 1" descr="/tmp/claude-0/-home-claude/e62a35b1-5075-553d-b086-acebfebc41ba/scratchpad/deck/k-o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148840"/>
            <a:ext cx="9692640" cy="30998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544068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97280" y="5440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a department with an executive next month </a:t>
            </a:r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 one sentence — and it appears here on the next build. There is no diagram to maintain.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workflows, in department blocks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Nobody typed these counts. They were counted off your own notes when the page was built.</a:t>
            </a:r>
            <a:endParaRPr lang="en-US" sz="1500" dirty="0"/>
          </a:p>
        </p:txBody>
      </p:sp>
      <p:pic>
        <p:nvPicPr>
          <p:cNvPr id="6" name="Image 1" descr="/tmp/claude-0/-home-claude/e62a35b1-5075-553d-b086-acebfebc41ba/scratchpad/deck/k-bl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10607040" cy="17647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4251960"/>
            <a:ext cx="5029200" cy="1645920"/>
          </a:xfrm>
          <a:prstGeom prst="roundRect">
            <a:avLst>
              <a:gd name="adj" fmla="val 3333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51560" y="45262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BLOCK PER DEPARTMENT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48188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lands somewhere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52578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workflow names its department or it fails the check. Nothing drifts into a pile nobody owns.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72200" y="4251960"/>
            <a:ext cx="5029200" cy="1645920"/>
          </a:xfrm>
          <a:prstGeom prst="roundRect">
            <a:avLst>
              <a:gd name="adj" fmla="val 3333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46520" y="45262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 TO LOOK AT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48188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workflow, none running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52578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Uncomfortable, true, and you did not have to admit it. It was counted, not reported.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 · THE LAST ONE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down the thing that annoys you most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Say: let's write down how [the thing] actually happens today, including the parts that are a mess. Then answer its questions.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workflow note exists with your steps in it — marked as a draft, and as not yet running.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BADLY ON PURPOSE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your most important process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one that goes wrong most often. That is where an assistant earns its place, and it is the one you will actually check.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MARKS, NOT ONE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Written down is not working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 the note true? Only after you have walked one real case through it. Does it run end to end? Different question. They fail separately, so they are tracked separately.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YOU CAN TRUST IT IN A MONTH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tells you when you are wrong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031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hat with no assistant, and a workflow pointing at a hat that does not exist — a typo. Three seconds later: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10607040" cy="1783080"/>
          </a:xfrm>
          <a:prstGeom prst="roundRect">
            <a:avLst>
              <a:gd name="adj" fmla="val 3077"/>
            </a:avLst>
          </a:prstGeom>
          <a:solidFill>
            <a:srgbClr val="0E1016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2944368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7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C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department has exactly one executive who answers for it —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4BA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'Reporting' has no executive; every question about it lands back on you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7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C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workflow belongs somewhere — 'Posting on LinkedIn' belongs to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4BA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'LinkedIn and Socail', and there is no note by that name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error code, no line number. It names the note and says what it costs you. That is why the page is still true in a month.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 MORNING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to do with it next week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579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15798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the project, not a new chat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the whole habit. Everything else follows from it.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266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0266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the one you forgot today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30266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think of it on Tuesday. One sentence.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9534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9534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down the second annoying thing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38953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a week is a transformed job by Christmas.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6402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640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it what is waiting on you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47640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Friday. It will tell you, and it will be right.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806440"/>
            <a:ext cx="914400" cy="32004"/>
          </a:xfrm>
          <a:prstGeom prst="rect">
            <a:avLst/>
          </a:prstGeom>
          <a:solidFill>
            <a:srgbClr val="7367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your folder, on your laptop. Nothing here phones home.</a:t>
            </a:r>
            <a:endParaRPr lang="en-US" sz="1350" dirty="0"/>
          </a:p>
        </p:txBody>
      </p:sp>
      <p:pic>
        <p:nvPicPr>
          <p:cNvPr id="18" name="Image 0" descr="/tmp/claude-0/-home-claude/e62a35b1-5075-553d-b086-acebfebc41ba/scratchpad/brand/meshpro-locku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455" y="5870448"/>
            <a:ext cx="2286000" cy="576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MeshPro × Expectus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for Agents — a hands-on hour</dc:title>
  <dc:subject>PptxGenJS Presentation</dc:subject>
  <dc:creator>MeshPro ehf.</dc:creator>
  <cp:lastModifiedBy>MeshPro ehf.</cp:lastModifiedBy>
  <cp:revision>1</cp:revision>
  <dcterms:created xsi:type="dcterms:W3CDTF">2026-09-23T11:44:11Z</dcterms:created>
  <dcterms:modified xsi:type="dcterms:W3CDTF">2026-09-23T11:44:11Z</dcterms:modified>
</cp:coreProperties>
</file>