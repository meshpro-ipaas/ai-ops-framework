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 package is free and MIT licensed. This walkthrough takes someone from nothing to a working, self-checking operations layer in about ten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counts matter less than the last line. The check is what separates this from a folder of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short. Anything that needs an account before it can be tried is something people do not 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idempotence matters more than it sounds. It means the installer is also the repair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job per folder is what makes routing decidable. If you cannot say which folder a fact goes in, the fact is not clear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moment the idea lands: the page was not written, it was derived. Nobody will ever have to update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executives is what overwhelms a new user. Three that are actually yours beats nine that are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marks go on every workflow: is the note validated, and does the workflow run. Only a person can set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whole pitch. Documentation that cannot be wrong is the only kind worth automating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about its own gap — which is also how the add-on package sells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drawn from a real failure: nine written messages sat unsent for eleven days while a dashboard displayed the number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workflows, one validated, five running. A documented organisation is not the same as a working one, and the page says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buyer remembers one slide, this is the one to make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command. The whole argument is that they can go and try it without talking to us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Operations Framework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empty folder to a system that keeps itself true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step-by-step start · about ten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5074920"/>
            <a:ext cx="2377440" cy="27432"/>
          </a:xfrm>
          <a:prstGeom prst="rect">
            <a:avLst/>
          </a:prstGeom>
          <a:solidFill>
            <a:srgbClr val="1F5B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MeshPro × Expectus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have in ten minutes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252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plan for a system. The system, running against your own notes.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5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compiled from written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into runnable agents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96596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5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063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— five of them keep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 true by themselves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5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063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generators, so nothing on the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is ever typed by hand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840" y="196596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2194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5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3063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that fail the build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stated number is untrue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thing none of the counts show: a page that refuses to state a number it cannot prove.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start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252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things, and two of them are optional.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2057400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3.10 or newer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404872"/>
            <a:ext cx="10405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generators and the check are plain Python. Nothing else is required — no account, no server, nothing phones home.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3383280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Obsidian — optional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730752"/>
            <a:ext cx="10405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vault is a folder of markdown files. Obsidian just makes it comfortable to read and write. Any editor works.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4709160"/>
            <a:ext cx="10405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— optional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5056632"/>
            <a:ext cx="10405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the same folder and the three roles are there waiting, already knowing the rules.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493776" cy="493776"/>
          </a:xfrm>
          <a:prstGeom prst="ellipse">
            <a:avLst/>
          </a:prstGeom>
          <a:solidFill>
            <a:srgbClr val="1F5B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it, and point it at a folder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command. The folder does not have to exist yet.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0881360" cy="1371600"/>
          </a:xfrm>
          <a:prstGeom prst="roundRect">
            <a:avLst>
              <a:gd name="adj" fmla="val 3333"/>
            </a:avLst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28216"/>
            <a:ext cx="104790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7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https://gitlab.com/meshpro/consulting/ai-ops-framework.git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7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ai-ops-framework/install.py "C:\work\my-vault"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installer does, in order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118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Makes twelve folders, each with a note saying what belongs in it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959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Writes the contract every AI session will inherit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37997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Installs five templates, three roles, seven workflows, two skills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7640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Compiles the role notes into runnable agents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61188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Builds the workflow register from the workflow notes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99592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Builds the page from everything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37997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Runs the check and tells you what is untrue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Idempotent: run it again after any change and everything downstream comes back into line. It never overwrites a note you have edited.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493776" cy="493776"/>
          </a:xfrm>
          <a:prstGeom prst="ellipse">
            <a:avLst/>
          </a:prstGeom>
          <a:solidFill>
            <a:srgbClr val="1F5B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what it made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folders with one job each, and one file that governs everything.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3035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92024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folders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267712"/>
            <a:ext cx="482803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00 - Inbox — anything not yet filed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Company — decisions, roles, workflows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Work — what you are actually doing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People — colleagues, customers, partners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Knowledge — true regardless of this week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Operations — the generated picture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Daily — the day log, never a source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_Templates — the shapes notes are made from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03520" cy="2651760"/>
          </a:xfrm>
          <a:prstGeom prst="roundRect">
            <a:avLst>
              <a:gd name="adj" fmla="val 2069"/>
            </a:avLst>
          </a:prstGeom>
          <a:solidFill>
            <a:srgbClr val="F5EDDC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55664" y="192024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 — the contract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55664" y="2267712"/>
            <a:ext cx="482803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every session reads before it does anything: where each kind of fact lives, what frontmatter every note carries, the two marks a workflow gets, and the list of things that are never automatic — publishing, sending, deploying, spending, deleting.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yours from the moment it is installed. Change how you work, change this file, run the installer again.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493776" cy="493776"/>
          </a:xfrm>
          <a:prstGeom prst="ellipse">
            <a:avLst/>
          </a:prstGeom>
          <a:solidFill>
            <a:srgbClr val="1F5B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page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Operations/picture/index.html — a plain local file.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72768"/>
            <a:ext cx="7223760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572768"/>
            <a:ext cx="33832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75904" y="175564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waiting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375904" y="2103120"/>
            <a:ext cx="290779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day one the panel is empty and says so. It fills as you work — and every line in it is generated, never remembered.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38160" y="3950208"/>
            <a:ext cx="3383280" cy="2194560"/>
          </a:xfrm>
          <a:prstGeom prst="roundRect">
            <a:avLst>
              <a:gd name="adj" fmla="val 2500"/>
            </a:avLst>
          </a:prstGeom>
          <a:solidFill>
            <a:srgbClr val="F5EDDC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75904" y="4133088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checks, green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8375904" y="4480560"/>
            <a:ext cx="290779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badge at the top is not decorative. The page cannot claim a green check the check did not produce.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493776" cy="493776"/>
          </a:xfrm>
          <a:prstGeom prst="ellipse">
            <a:avLst/>
          </a:prstGeom>
          <a:solidFill>
            <a:srgbClr val="1F5B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the Domain Lead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to do, and it takes a minute.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035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96596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role called "Domain Lead" belongs to nobody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313432"/>
            <a:ext cx="48280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01 - Company/Roles/Domain Lead.md and rename it for one area you actually have: Delivery, Engineering, Finance, Support — your words, not ours.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03520" cy="1600200"/>
          </a:xfrm>
          <a:prstGeom prst="roundRect">
            <a:avLst>
              <a:gd name="adj" fmla="val 3429"/>
            </a:avLst>
          </a:prstGeom>
          <a:solidFill>
            <a:srgbClr val="F5EDDC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55664" y="1965960"/>
            <a:ext cx="4828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run the installer again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55664" y="2313432"/>
            <a:ext cx="48280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note is the source; the agent is compiled from it. Edit the note, re-run, and the agent changes with it. Never edit the agent.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03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 is the base. Most organisations end up with five or six — and every one you add should answer the question: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1F5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would be wrong if this role did not exist?”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493776" cy="493776"/>
          </a:xfrm>
          <a:prstGeom prst="ellipse">
            <a:avLst/>
          </a:prstGeom>
          <a:solidFill>
            <a:srgbClr val="1F5B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one workflow down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do it. The Workflow Architect asks five questions.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011680" cy="21031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487168"/>
            <a:ext cx="1609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starts it?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52928" y="1874520"/>
            <a:ext cx="2011680" cy="21031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54096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54096" y="2487168"/>
            <a:ext cx="1609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they need to begin?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65776" y="1874520"/>
            <a:ext cx="2011680" cy="21031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66944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66944" y="2487168"/>
            <a:ext cx="1609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it stop?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78624" y="1874520"/>
            <a:ext cx="2011680" cy="21031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79792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79792" y="2487168"/>
            <a:ext cx="1609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it wait on?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91472" y="1874520"/>
            <a:ext cx="2011680" cy="2103120"/>
          </a:xfrm>
          <a:prstGeom prst="roundRect">
            <a:avLst>
              <a:gd name="adj" fmla="val 2727"/>
            </a:avLst>
          </a:prstGeom>
          <a:solidFill>
            <a:srgbClr val="F5EDDC"/>
          </a:solidFill>
          <a:ln w="12700">
            <a:solidFill>
              <a:srgbClr val="8A5A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0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0" y="2487168"/>
            <a:ext cx="1609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it goes wrong?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251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fifth is the one everyone skips, and the one that makes the note worth having. A workflow without exceptions describes a machine, not an organisation.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current state — including the part where someone copies a number between two screens. An aspirational diagram is worse than none: people act on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493776" cy="493776"/>
          </a:xfrm>
          <a:prstGeom prst="ellipse">
            <a:avLst/>
          </a:prstGeom>
          <a:solidFill>
            <a:srgbClr val="1F5B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on purpose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 that tell you whether any of this is real.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10881360" cy="566928"/>
          </a:xfrm>
          <a:prstGeom prst="roundRect">
            <a:avLst>
              <a:gd name="adj" fmla="val 8065"/>
            </a:avLst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73936"/>
            <a:ext cx="10479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7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.ops/scripts/check.py 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87168"/>
            <a:ext cx="51206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53288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workflow validated with no date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487168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5EDDC"/>
          </a:solidFill>
          <a:ln w="12700">
            <a:solidFill>
              <a:srgbClr val="8A5A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53288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FAILED: a claim with no date is not one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51206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37413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role and skip the rebuild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328416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5EDDC"/>
          </a:solidFill>
          <a:ln w="12700">
            <a:solidFill>
              <a:srgbClr val="8A5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337413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FAILED: the agent is older than its role note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51206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21538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note after building the page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4169664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5EDDC"/>
          </a:solidFill>
          <a:ln w="12700">
            <a:solidFill>
              <a:srgbClr val="8A5A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421538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FAILED: changed 12 minutes after the picture was built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010912"/>
            <a:ext cx="51206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05663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folder nobody declared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5010912"/>
            <a:ext cx="5394960" cy="603504"/>
          </a:xfrm>
          <a:prstGeom prst="roundRect">
            <a:avLst>
              <a:gd name="adj" fmla="val 7576"/>
            </a:avLst>
          </a:prstGeom>
          <a:solidFill>
            <a:srgbClr val="F5EDDC"/>
          </a:solidFill>
          <a:ln w="12700">
            <a:solidFill>
              <a:srgbClr val="8A5A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505663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FAILED: either add it to the contract or file its contents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2531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names the note to fix and never the output. Fix the source, build again, green.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493776" cy="493776"/>
          </a:xfrm>
          <a:prstGeom prst="ellipse">
            <a:avLst/>
          </a:prstGeom>
          <a:solidFill>
            <a:srgbClr val="1F5B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206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0233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your week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that stops a vault becoming a graveyard.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96596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finished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313432"/>
            <a:ext cx="29535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from the week's notes — a list, not a feeling. The record you will want in three months when somebody asks what happened.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29000" cy="1920240"/>
          </a:xfrm>
          <a:prstGeom prst="roundRect">
            <a:avLst>
              <a:gd name="adj" fmla="val 2857"/>
            </a:avLst>
          </a:prstGeom>
          <a:solidFill>
            <a:srgbClr val="F5EDDC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1144" y="1965960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gone stale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2313432"/>
            <a:ext cx="29535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untouched for three weeks. Agents read status as fact, so a stale draft is misleading rather than merely old.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4464" y="1965960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most five for next week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2313432"/>
            <a:ext cx="299923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is the cap because twelve was never going to happen. The other seven are being deferred whether you write them down or not.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416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four is the only one that cannot be deferred: every stale thing gets promoted, archived or dropped. A list you look at without acting on trains you to ignore it.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86460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itself on a schedule is the Rhythm package. In the base, you start it.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fortnight 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252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that cannot move without you is named — not counted.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1088136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6177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says what it is, what it waits for, and what happens if you do nothing. Nobody wrote this list and nobody has to remember to update it — it is derived from the notes every time the page is built.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8A5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count is not a notification.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two marks on every workflow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252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note is true, and whether the workflow runs. They go wrong separately.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77724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737360"/>
            <a:ext cx="28346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24544" y="192024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note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8924544" y="2267712"/>
            <a:ext cx="235915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means a person walked a real case — and a real exception — through it. An agent may never set this.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0" y="4069080"/>
            <a:ext cx="2834640" cy="2240280"/>
          </a:xfrm>
          <a:prstGeom prst="roundRect">
            <a:avLst>
              <a:gd name="adj" fmla="val 2449"/>
            </a:avLst>
          </a:prstGeom>
          <a:solidFill>
            <a:srgbClr val="F5EDDC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24544" y="425196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924544" y="4599432"/>
            <a:ext cx="235915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means it works end to end today. Partly means a manual step or a missing piece, and it must say which.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rules it enforces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252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implementation.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1F5B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2938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fact has exactly one home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386584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places is how an organisation ends up with two answers and no way to tell which is current.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457200" cy="457200"/>
          </a:xfrm>
          <a:prstGeom prst="ellipse">
            <a:avLst/>
          </a:prstGeom>
          <a:solidFill>
            <a:srgbClr val="1F5B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92938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surface is generated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386584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nobody could regenerate is a page that will eventually lie.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1F5B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89534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check refuses a false claim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52544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warning — a failure. The build stops.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457200" cy="457200"/>
          </a:xfrm>
          <a:prstGeom prst="ellipse">
            <a:avLst/>
          </a:prstGeom>
          <a:solidFill>
            <a:srgbClr val="1F5B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895344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a person commits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4352544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prepare. Publishing, sending, deploying and deciding stay with you.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base is running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252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packages. Each one useless until it is — which is the point.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1B4250"/>
          </a:solidFill>
          <a:ln w="12700">
            <a:solidFill>
              <a:srgbClr val="1F5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Rhythm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957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that run without you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1B4250"/>
          </a:solidFill>
          <a:ln w="12700">
            <a:solidFill>
              <a:srgbClr val="1F5B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Board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3957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tracker, kept truthful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1B4250"/>
          </a:solidFill>
          <a:ln w="12700">
            <a:solidFill>
              <a:srgbClr val="1F5B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Record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3957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gone quiet, and why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1B4250"/>
          </a:solidFill>
          <a:ln w="12700">
            <a:solidFill>
              <a:srgbClr val="1F5B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32826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36301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and outreach in your voice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15468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1B4250"/>
          </a:solidFill>
          <a:ln w="12700">
            <a:solidFill>
              <a:srgbClr val="1F5B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44568" y="32826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Workshop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36301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inside your repositories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15468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1B4250"/>
          </a:solidFill>
          <a:ln w="12700">
            <a:solidFill>
              <a:srgbClr val="1F5B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47888" y="32826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People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47888" y="36301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 without sharing everything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709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free and MIT licensed. You own the result outright — it lives in your repository, and nothing stops working if we stop talking.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" y="5532120"/>
            <a:ext cx="7498080" cy="502920"/>
          </a:xfrm>
          <a:prstGeom prst="roundRect">
            <a:avLst>
              <a:gd name="adj" fmla="val 9091"/>
            </a:avLst>
          </a:prstGeom>
          <a:solidFill>
            <a:srgbClr val="14181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5660136"/>
            <a:ext cx="7095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7EB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https://gitlab.com/meshpro/consulting/ai-ops-framework.git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5596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8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MeshPro × Expectus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Operations Framework — a step-by-step start</dc:title>
  <dc:subject>PptxGenJS Presentation</dc:subject>
  <dc:creator>MeshPro x Expectus</dc:creator>
  <cp:lastModifiedBy>MeshPro x Expectus</cp:lastModifiedBy>
  <cp:revision>1</cp:revision>
  <dcterms:created xsi:type="dcterms:W3CDTF">2026-09-22T11:33:40Z</dcterms:created>
  <dcterms:modified xsi:type="dcterms:W3CDTF">2026-09-22T11:33:40Z</dcterms:modified>
</cp:coreProperties>
</file>