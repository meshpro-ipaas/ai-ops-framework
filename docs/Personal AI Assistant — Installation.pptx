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only briefly — the checklist is the slide you actually want on screen while people settle. Say the rule in the first ten seconds: laptops open, we build together, nobody watches.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this up as people walk in and leave it up. Walk the room while they install Obsidian — a laptop stalled at step one stays stalled all hour.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goal slide. Say the third card out loud twice — they are not here to receive a setup, they are here to learn how to extend one. Everything after this is that promise being kept.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line that separates this from note-taking advice. Say it plainly: we are writing for the agents. A human-friendly vault is a side effect of a machine-readable one, not the goal.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skip clause early so nobody stalls downloading software. The honest trade is retrieval quality, not whether it works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Creating the vault is what makes the folder — people expect to have to do both. Watch for over-thinking the name; any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step that fails for people. Stay here until every laptop says connected — the approval dialog is easy to miss.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the sentence in the chat so nobody mistypes the address. The naming question is the one bit of fun — let the room shout answers. Expect some laptops to say they cannot run programs: normal, the copy fallback gets them the identical vault.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People do not think to ask for a file to be opened — say it explicitly. If a laptop cannot run programs, Claude still opens the page; it was copied in with everything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try to read this from the projector — everyone has it full size on their own screen. Hold the room until hands are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five minutes and walk the room. The twelve-department instinct is universal; push back. Ask two or three people to say theirs out loud — it unsticks everyone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card is the one people remember in a fortnight. Give a real example: a question you would not want an assistant guessing 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names came from the Norse option at install — theirs will differ. Point at the dashed boxes: those are specialists, which is the next two steps. Point at Bragi, across all departments: it owns how a workflow gets written down, not what any department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examples from the room before they type — most people have three of these and have never written one down. Good ones: how you qualify an enquiry, how you structure an update, what makes a good handover.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Specialists are where this starts feeling like a team rather than a chatbot. Keep them narrow in the room — the instinct is to make one specialist that does everything, which is just the executive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zero. Counted rather than reported, so it cannot be quietly optimistic. Ask how many of their own written processes would survive that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here. Read the six out loud. An hour ago every one of these was a thing they would have said needed an IT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them away with one instruction, not four: open the project instead of a new chat. Everything else is downstream of that habit. Then offer to come back in a month and look at what they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e62a35b1-5075-553d-b086-acebfebc41ba/scratchpad/brand/meshpro-locku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3108960" cy="78638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22860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Personal AI Assistant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32004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Installation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777240" y="4434840"/>
            <a:ext cx="914400" cy="32004"/>
          </a:xfrm>
          <a:prstGeom prst="rect">
            <a:avLst/>
          </a:prstGeom>
          <a:solidFill>
            <a:srgbClr val="7367F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7091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hands-on hour. Laptops open — you are building this with me, not watching.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MeshPro × Expectus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EVERYONE GETS READY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Before we start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830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Four things. Three of them you already have.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4231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24231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Claude, on your laptop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40680" y="24231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desktop app, signed in.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75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33375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440680" y="33375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Free, five minutes. It reads your vault — and creates the folder for you.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2519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42519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Somewhere to keep it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40680" y="42519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C:\AI is a good home. Nothing to create yet.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51663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51663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Nothing else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40680" y="51663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 Python, no terminal, no account, no plugin.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 OF THE HOUR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you will have when you leave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3736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a demo you watched. An architecture on your own laptop — and the grip to keep building on it.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2880360"/>
            <a:ext cx="3291840" cy="1943481"/>
          </a:xfrm>
          <a:prstGeom prst="roundRect">
            <a:avLst>
              <a:gd name="adj" fmla="val 282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154680"/>
            <a:ext cx="274320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work has a place to live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800856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Written once, in plain text you own. Not re-typed into a chat window every morning.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434840" y="2880360"/>
            <a:ext cx="3291840" cy="1943481"/>
          </a:xfrm>
          <a:prstGeom prst="roundRect">
            <a:avLst>
              <a:gd name="adj" fmla="val 282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09160" y="3154680"/>
            <a:ext cx="274320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 organisation that works for you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3800856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Departments for the parts of your job. An executive answering for each, specialists under them.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092440" y="2880360"/>
            <a:ext cx="3291840" cy="1943481"/>
          </a:xfrm>
          <a:prstGeom prst="roundRect">
            <a:avLst>
              <a:gd name="adj" fmla="val 282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66760" y="3154680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way to keep building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366760" y="3541776"/>
            <a:ext cx="2743200" cy="1026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Agents, skills, workflows, projects. One of each by the end — so the next one is just more of the same.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5281041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All of it yours, on your own machine, needing nobody afterwards.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This is not being built for you.</a:t>
            </a:r>
            <a:endParaRPr lang="en-US" sz="3200" dirty="0"/>
          </a:p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is being built for the agents.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14884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a nicer set of notes — a structure an LLM can read, navigate and act on. Readable by a person is the side effect.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3200400"/>
            <a:ext cx="3291840" cy="1977009"/>
          </a:xfrm>
          <a:prstGeom prst="roundRect">
            <a:avLst>
              <a:gd name="adj" fmla="val 2775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HOME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767328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fact lives in one place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4154424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 agent ever has to choose between two versions of the truth. Neither do you.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34840" y="3200400"/>
            <a:ext cx="3291840" cy="1977009"/>
          </a:xfrm>
          <a:prstGeom prst="roundRect">
            <a:avLst>
              <a:gd name="adj" fmla="val 2775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091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FIELDS, NOT PROSE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3767328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note is labelled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709160" y="4154424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Fields it can filter and count, instead of guessing from prose.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092440" y="3200400"/>
            <a:ext cx="3291840" cy="1977009"/>
          </a:xfrm>
          <a:prstGeom prst="roundRect">
            <a:avLst>
              <a:gd name="adj" fmla="val 2775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667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GRAPH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3767328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Linked, never copied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66760" y="4154424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graph is how it finds context. Copy-paste breaks it.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ONE TOOL WORTH HAVING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Obsidian: worth the five minutes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0116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 stores nothing. It reads a folder — and creating a vault makes that folder for you.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3017520"/>
            <a:ext cx="5029200" cy="2509012"/>
          </a:xfrm>
          <a:prstGeom prst="roundRect">
            <a:avLst>
              <a:gd name="adj" fmla="val 218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291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GIVES THE AGENTS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584448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Retrieval that actually works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3971544"/>
            <a:ext cx="4480560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Backlinks and the graph give an agent something to walk: client, to promise, to the workflow that delivers it.</a:t>
            </a:r>
            <a:endParaRPr lang="en-US" sz="1400" dirty="0"/>
          </a:p>
          <a:p>
            <a:pPr indent="0" marL="0">
              <a:lnSpc>
                <a:spcPts val="1988"/>
              </a:lnSpc>
              <a:buNone/>
            </a:pPr>
            <a:endParaRPr lang="en-US" sz="1400" dirty="0"/>
          </a:p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Plus Dataview and the rest of the plugin shelf.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3017520"/>
            <a:ext cx="5029200" cy="2509012"/>
          </a:xfrm>
          <a:prstGeom prst="roundRect">
            <a:avLst>
              <a:gd name="adj" fmla="val 218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3291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YOU SKIP IT TODAY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584448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Everything still works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3971544"/>
            <a:ext cx="4480560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 ordinary folder under C:\AI runs every step of this hour.</a:t>
            </a:r>
            <a:endParaRPr lang="en-US" sz="1400" dirty="0"/>
          </a:p>
          <a:p>
            <a:pPr indent="0" marL="0">
              <a:lnSpc>
                <a:spcPts val="1988"/>
              </a:lnSpc>
              <a:buNone/>
            </a:pPr>
            <a:endParaRPr lang="en-US" sz="1400" dirty="0"/>
          </a:p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you lose is the graph, the backlinks, the plugins. Install it tonight and nothing gets redone.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Create your vault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 Obsidian: Create new vault. Put it under C:\AI. No Obsidian? An empty folder there instead.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 shows an empty vault, and the folder exists on your disk.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17188"/>
            <a:ext cx="10607040" cy="1499108"/>
          </a:xfrm>
          <a:prstGeom prst="roundRect">
            <a:avLst>
              <a:gd name="adj" fmla="val 3660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9150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 FOLDER AND NOT AN APP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484116"/>
            <a:ext cx="100584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Because you keep it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871212"/>
            <a:ext cx="10058400" cy="289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Plain text files in a folder. No database, nothing hosted. Every file of it opens in Notepad, today and in ten years.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Make a project, and connect the vault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Create a project in Claude. Connect the folder you just made to it, and approve it.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 tells you the folder is connected and can list what is in it — nothing.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17188"/>
            <a:ext cx="10607040" cy="1499108"/>
          </a:xfrm>
          <a:prstGeom prst="roundRect">
            <a:avLst>
              <a:gd name="adj" fmla="val 3660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9150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 PROJECT AND NOT A NORMAL CHAT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484116"/>
            <a:ext cx="100584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Because a project remembers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871212"/>
            <a:ext cx="10058400" cy="289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conversation inside it reads and writes the same folder. Next week starts where today ended.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Ask for the setup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1B1D29"/>
          </a:solidFill>
          <a:ln w="17780">
            <a:solidFill>
              <a:srgbClr val="7367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Type the sentence below into your project. Then watch Obsidian.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 reports back, and Obsidian fills with folders as it runs.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041648"/>
            <a:ext cx="10607040" cy="1097280"/>
          </a:xfrm>
          <a:prstGeom prst="roundRect">
            <a:avLst>
              <a:gd name="adj" fmla="val 5000"/>
            </a:avLst>
          </a:prstGeom>
          <a:solidFill>
            <a:srgbClr val="0E1016"/>
          </a:solidFill>
          <a:ln w="19050">
            <a:solidFill>
              <a:srgbClr val="7367F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88720" y="4041648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Set up the AI Operations Framework in my connected folder.</a:t>
            </a:r>
            <a:endParaRPr lang="en-US" sz="175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Pull it from github.com/MeshPro-iPaaS/ai-ops-framework and run the install.</a:t>
            </a:r>
            <a:endParaRPr lang="en-US" sz="17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54132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asks one question: what to call your executives. 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Job titles, Norse gods, Friends, the Kardashians — or your own.
</a:t>
            </a:r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If it says it cannot run programs on your computer: 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“then copy the starter folder into mine instead.”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4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 your dashboard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Say: open my dashboard. Claude finds the page it just built and opens it.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page opens with four tabs: Dashboard, Agent organization, Workflows, Projects.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17188"/>
            <a:ext cx="5029200" cy="1751584"/>
          </a:xfrm>
          <a:prstGeom prst="roundRect">
            <a:avLst>
              <a:gd name="adj" fmla="val 3132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IT ACTUALLY IS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file in your own folder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871212"/>
            <a:ext cx="4480560" cy="541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05 - Operations / picture / ai_operations.html. No internet needed. Bookmark it.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72200" y="3917188"/>
            <a:ext cx="5029200" cy="1751584"/>
          </a:xfrm>
          <a:prstGeom prst="roundRect">
            <a:avLst>
              <a:gd name="adj" fmla="val 3132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IS TRUSTWORTHY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was counted, not typed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871212"/>
            <a:ext cx="4480560" cy="541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number was counted off your notes. Nobody maintains it, so it cannot quietly go stale.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Everyone should be looking at this</a:t>
            </a:r>
            <a:endParaRPr lang="en-US" sz="3000" dirty="0"/>
          </a:p>
        </p:txBody>
      </p:sp>
      <p:pic>
        <p:nvPicPr>
          <p:cNvPr id="5" name="Image 1" descr="/tmp/claude-0/-home-claude/e62a35b1-5075-553d-b086-acebfebc41ba/scratchpad/deck/n-day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19072"/>
            <a:ext cx="8129016" cy="39776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62872" y="3540252"/>
            <a:ext cx="2258568" cy="2156460"/>
          </a:xfrm>
          <a:prstGeom prst="roundRect">
            <a:avLst>
              <a:gd name="adj" fmla="val 2544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37192" y="3814572"/>
            <a:ext cx="170992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Honest on day one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9537192" y="4430268"/>
            <a:ext cx="1709928" cy="1010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Two departments, three executives — and it says so. Your job is next.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262872" y="1719072"/>
            <a:ext cx="2258568" cy="1669161"/>
          </a:xfrm>
          <a:prstGeom prst="roundRect">
            <a:avLst>
              <a:gd name="adj" fmla="val 328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537192" y="1993392"/>
            <a:ext cx="1709928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Four tabs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9537192" y="2365248"/>
            <a:ext cx="1709928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Dashboard, agent organization, workflows, projects.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 · THE REAL FIRST STEP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Name your departments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Tell Claude the parts of your job. Three to six, in your own words.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note per department appears, each with an executive attached to it.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17188"/>
            <a:ext cx="5029200" cy="1769618"/>
          </a:xfrm>
          <a:prstGeom prst="roundRect">
            <a:avLst>
              <a:gd name="adj" fmla="val 3100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COUNTS AS ONE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part of your job you answer for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871212"/>
            <a:ext cx="4480560" cy="559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59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accounts. The reporting. The posting. The thing you inherited.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172200" y="3917188"/>
            <a:ext cx="5029200" cy="1769618"/>
          </a:xfrm>
          <a:prstGeom prst="roundRect">
            <a:avLst>
              <a:gd name="adj" fmla="val 3100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TO SIX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twelve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871212"/>
            <a:ext cx="4480560" cy="559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59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If two would never disagree, they are one. Add another next week in a sentence.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JUST CREATED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Executives own a department and operate it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3736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Each department note compiles into an agent that answers for that department and nothing else.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2788920"/>
            <a:ext cx="3291840" cy="1977009"/>
          </a:xfrm>
          <a:prstGeom prst="roundRect">
            <a:avLst>
              <a:gd name="adj" fmla="val 277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0632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ANSWERS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355848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For one department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3742944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knows its own notes, workflows and what is outstanding. Anything else, it hands back.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34840" y="2788920"/>
            <a:ext cx="3291840" cy="1977009"/>
          </a:xfrm>
          <a:prstGeom prst="roundRect">
            <a:avLst>
              <a:gd name="adj" fmla="val 277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09160" y="30632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PREPARES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3355848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does not decide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709160" y="3742944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Drafts and assessments. Publishing, sending and spending stay yours.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092440" y="2788920"/>
            <a:ext cx="3291840" cy="1977009"/>
          </a:xfrm>
          <a:prstGeom prst="roundRect">
            <a:avLst>
              <a:gd name="adj" fmla="val 277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66760" y="30632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STOPS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3355848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Somewhere stated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66760" y="3742944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executive writes down what it does not own. That is what makes its answers worth having.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5223129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a department next month and you get another one — same sentence, no setup.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ORGANISATION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That is an executive layer, and it is yours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572768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Nobody drew this. It is read off the role notes and redrawn every time the site is built.</a:t>
            </a:r>
            <a:endParaRPr lang="en-US" sz="1600" dirty="0"/>
          </a:p>
        </p:txBody>
      </p:sp>
      <p:pic>
        <p:nvPicPr>
          <p:cNvPr id="6" name="Image 1" descr="/tmp/claude-0/-home-claude/e62a35b1-5075-553d-b086-acebfebc41ba/scratchpad/deck/n-or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2304288"/>
            <a:ext cx="8412480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6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Teach an executive a skill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Say: teach [executive] a skill for this. Then describe how you do it.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skill appears in your vault and the executive reaches for it by name.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17188"/>
            <a:ext cx="5029200" cy="1751584"/>
          </a:xfrm>
          <a:prstGeom prst="roundRect">
            <a:avLst>
              <a:gd name="adj" fmla="val 3132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A SKILL IS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method, written once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871212"/>
            <a:ext cx="4480560" cy="541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When to use it, the steps, where it stops. So it works your way, not its own.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72200" y="3917188"/>
            <a:ext cx="5029200" cy="1751584"/>
          </a:xfrm>
          <a:prstGeom prst="roundRect">
            <a:avLst>
              <a:gd name="adj" fmla="val 3132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YOU KNOW YOU NEED ONE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explained it twice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871212"/>
            <a:ext cx="4480560" cy="541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second time you type the same guidance, it should have been a skill the first time.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 · THE LAST ONE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Give an executive a specialist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Say: add a specialist under [executive] that does [one narrow job].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dashed box appears under that executive — its own agent, with one job.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17188"/>
            <a:ext cx="5029200" cy="1751584"/>
          </a:xfrm>
          <a:prstGeom prst="roundRect">
            <a:avLst>
              <a:gd name="adj" fmla="val 3132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NARROW ON PURPOSE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job, done properly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871212"/>
            <a:ext cx="4480560" cy="541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Spots quiet accounts. Drafts the post. Writes the first pass. Anything else, it hands straight back.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72200" y="3917188"/>
            <a:ext cx="5029200" cy="1751584"/>
          </a:xfrm>
          <a:prstGeom prst="roundRect">
            <a:avLst>
              <a:gd name="adj" fmla="val 3132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TEST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task, not an area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871212"/>
            <a:ext cx="4480560" cy="541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Several kinds of work? That is a department. One fiddly thing that keeps going wrong? That is this.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THE LAYER PRODUCES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Workflows and projects belong to a department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572768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workflow is how work happens. A project is work with an end. Both belong to a department.</a:t>
            </a:r>
            <a:endParaRPr lang="en-US" sz="1600" dirty="0"/>
          </a:p>
        </p:txBody>
      </p:sp>
      <p:pic>
        <p:nvPicPr>
          <p:cNvPr id="6" name="Image 1" descr="/tmp/claude-0/-home-claude/e62a35b1-5075-553d-b086-acebfebc41ba/scratchpad/deck/n-bloc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12848"/>
            <a:ext cx="10607040" cy="18013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7240" y="4315968"/>
            <a:ext cx="5029200" cy="1751584"/>
          </a:xfrm>
          <a:prstGeom prst="roundRect">
            <a:avLst>
              <a:gd name="adj" fmla="val 3132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051560" y="459028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MARKS, NOT ONE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1051560" y="488289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Written down is not working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051560" y="5269992"/>
            <a:ext cx="4480560" cy="541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 the note true? Only after one real case. Does it run end to end? Different question.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172200" y="4315968"/>
            <a:ext cx="5029200" cy="1751584"/>
          </a:xfrm>
          <a:prstGeom prst="roundRect">
            <a:avLst>
              <a:gd name="adj" fmla="val 3132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46520" y="459028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NUMBER TO LOOK AT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488289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workflow, none running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5269992"/>
            <a:ext cx="4480560" cy="541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Uncomfortable, true, and nobody had to admit it. It was counted.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 HOUR AGO THIS WAS AN EMPTY FOLDER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Look at what is on your laptop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777240" y="21031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23317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vault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7889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plain text, yours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389120" y="21031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23317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Departments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7889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parts of your job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01000" y="21031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23317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Executives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7889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answering for each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77240" y="37033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51560" y="39319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specialist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" y="4389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job, done properly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389120" y="37033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63440" y="39319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skill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4389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method, written once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01000" y="37033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39319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dashboard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8275320" y="4389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counted, never typed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55778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None of it phones home. It all still opens if you never speak to an AI again.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HERE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next one is just more of the same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have made one of everything. Nothing after today is a new kind of thing.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9631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49631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Another department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23560" y="2496312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moment you notice a part of your job nobody answers for.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7355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27355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Another specialist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3273552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second time one job goes wrong the same way.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05079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05079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Another skill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4050792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second time you explain the same thing.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82803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82803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schedule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4828032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When you want the week closed on Friday without being asked.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5669280"/>
            <a:ext cx="7680960" cy="658368"/>
          </a:xfrm>
          <a:prstGeom prst="roundRect">
            <a:avLst>
              <a:gd name="adj" fmla="val 8333"/>
            </a:avLst>
          </a:prstGeom>
          <a:solidFill>
            <a:srgbClr val="1B1D29"/>
          </a:solidFill>
          <a:ln w="17780">
            <a:solidFill>
              <a:srgbClr val="7367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0" y="5669280"/>
            <a:ext cx="7132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Monday: open the project, not a new chat. </a:t>
            </a:r>
            <a:pPr indent="0" marL="0">
              <a:buNone/>
            </a:pPr>
            <a:r>
              <a:rPr lang="en-US" sz="14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That is the whole habit.</a:t>
            </a:r>
            <a:endParaRPr lang="en-US" sz="1450" dirty="0"/>
          </a:p>
        </p:txBody>
      </p:sp>
      <p:pic>
        <p:nvPicPr>
          <p:cNvPr id="19" name="Image 0" descr="/tmp/claude-0/-home-claude/e62a35b1-5075-553d-b086-acebfebc41ba/scratchpad/brand/meshpro-locku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8455" y="5760720"/>
            <a:ext cx="2286000" cy="5760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MeshPro × Expectus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Personal AI Assistant — Installation</dc:title>
  <dc:subject>PptxGenJS Presentation</dc:subject>
  <dc:creator>MeshPro ehf.</dc:creator>
  <cp:lastModifiedBy>MeshPro ehf.</cp:lastModifiedBy>
  <cp:revision>1</cp:revision>
  <dcterms:created xsi:type="dcterms:W3CDTF">2026-09-23T16:20:05Z</dcterms:created>
  <dcterms:modified xsi:type="dcterms:W3CDTF">2026-09-23T16:20:05Z</dcterms:modified>
</cp:coreProperties>
</file>